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2801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ArcAuditAgent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4320" y="21945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smart contract audit agent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agent economy on Arc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3383280"/>
            <a:ext cx="1920240" cy="1188720"/>
          </a:xfrm>
          <a:prstGeom prst="rect">
            <a:avLst>
              <a:gd name="adj" fmla="val 3846"/>
            </a:avLst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Finality on Arc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3383280"/>
            <a:ext cx="1920240" cy="1188720"/>
          </a:xfrm>
          <a:prstGeom prst="rect">
            <a:avLst>
              <a:gd name="adj" fmla="val 3846"/>
            </a:avLst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USDC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Audit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383280"/>
            <a:ext cx="1920240" cy="1188720"/>
          </a:xfrm>
          <a:prstGeom prst="rect">
            <a:avLst>
              <a:gd name="adj" fmla="val 3846"/>
            </a:avLst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383280"/>
            <a:ext cx="1920240" cy="1188720"/>
          </a:xfrm>
          <a:prstGeom prst="rect">
            <a:avLst>
              <a:gd name="adj" fmla="val 3846"/>
            </a:avLst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Nisaci  |  Sydney, Australia  |  @knisaci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unsolved problem in autonomous agent commerce.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can read contracts better than most lawyers — but cannot verify if a contract is safe before deploying capital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743200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803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audit tools are built for humans: slow, expensive, results live in PDFs that no agent can read or verify on-chain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3657600"/>
            <a:ext cx="8595360" cy="73152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47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3749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programmable, on-chain-verifiable audit infrastructure for autonomous systems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ArcAuditAgent — a Claude-powered audit service any autonomous agent can hire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1737360"/>
            <a:ext cx="1554480" cy="2560320"/>
          </a:xfrm>
          <a:prstGeom prst="rect">
            <a:avLst/>
          </a:prstGeom>
          <a:solidFill>
            <a:srgbClr val="0B1426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creates ERC-8183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on Arc with escrow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37360" y="288036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47672" y="1737360"/>
            <a:ext cx="1554480" cy="2560320"/>
          </a:xfrm>
          <a:prstGeom prst="rect">
            <a:avLst/>
          </a:prstGeom>
          <a:solidFill>
            <a:srgbClr val="0B1426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8288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47672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Escrow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47672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USDC locked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AgenticCommerce contract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02152" y="288036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737360"/>
            <a:ext cx="1554480" cy="2560320"/>
          </a:xfrm>
          <a:prstGeom prst="rect">
            <a:avLst/>
          </a:prstGeom>
          <a:solidFill>
            <a:srgbClr val="0B1426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15384" y="18288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12464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/job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12464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contract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ArcAuditAgent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66944" y="288036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77256" y="1737360"/>
            <a:ext cx="1554480" cy="2560320"/>
          </a:xfrm>
          <a:prstGeom prst="rect">
            <a:avLst/>
          </a:prstGeom>
          <a:solidFill>
            <a:srgbClr val="0B1426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0176" y="18288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77256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77256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analyzes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31736" y="2880360"/>
            <a:ext cx="21031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1737360"/>
            <a:ext cx="1554480" cy="2560320"/>
          </a:xfrm>
          <a:prstGeom prst="rect">
            <a:avLst/>
          </a:prstGeom>
          <a:solidFill>
            <a:srgbClr val="0B1426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44968" y="18288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44968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42048" y="2468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Pay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2048" y="28346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on-chain,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released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humans. No manual payment. Cryptographically verified result on-chain before any USDC moves.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USDC-Native Gas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L1 where stablecoin pays for gas. Fee-based agent services are economically predictable — 1 USDC per audit, always.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Finality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92040" y="1783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Malachite BFT confirms transactions in &lt; 500ms. Agent workflows proceed immediately after audit completion.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83464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718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+ ERC-8183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11480" y="3429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Arc's native standards for agent identity and agentic commerce. ArcAuditAgent implements both — identity verified, commerce live.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834640"/>
            <a:ext cx="411480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Partnership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892040" y="34290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is a named Arc testnet participant. Claude-powered agents on Arc are directly aligned with Circle's ecosystem vision.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on Arc Testnet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AuditRegistry Contract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0xC996...3CcB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153619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result committed on-chain permanently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938528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4825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AgenticCommerce (ERC-8183)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114800" y="1984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0x0747...4583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14400" y="228600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Escrow-based payment — USDC releases on job completion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74320" y="2688336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980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273405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114800" y="27340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ID: 11831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914400" y="30358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95/100 · Validation: Passed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74320" y="3438144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478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34838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Backend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114800" y="34838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Live 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4400" y="37856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/audit + POST /job · Claude-powered analysis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4187952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2976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233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Audits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114800" y="4233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Confirmed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14400" y="45354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transactions on Arc block explorer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Product Integration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A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6400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16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(Native Gas)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06240" y="1234440"/>
            <a:ext cx="82296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234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is the payment token for every audit. 1 USDC per audit — no volatile gas, predictable economics for agent services.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A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57400"/>
            <a:ext cx="6400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30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Network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2148840"/>
            <a:ext cx="822960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148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450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Arc testnet. AuditRegistry contract, ERC-8004 identity, ERC-8183 commerce — all on Arc.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777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64008" cy="777240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(Planned)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3063240"/>
            <a:ext cx="82296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063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364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audit payments — agents on other chains can pay for Arc audits via Circle's CCTP bridge.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F9F9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886200"/>
            <a:ext cx="64008" cy="777240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59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Wallets SDK (Planned)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3977640"/>
            <a:ext cx="822960" cy="22860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39776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279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wallet creation for onboarding new agent providers into the audit marketplace.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426"/>
          </a:solidFill>
          <a:ln w="12700">
            <a:solidFill>
              <a:srgbClr val="0B14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Complete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AuditRegistry.sol deployed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audit backend live on Railway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payment gate working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 registered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commerce integrated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In Progress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Presence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audits on Arc block explorer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posts + Arc Discord engagement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Grants application submitted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Office Hours application submitted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2743200" cy="3749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0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Planned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Mainnet Readiness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+ production hardening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651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rate limiting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154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for human developers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B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cross-chain payment support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Developer Grant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28800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domain, production hardening, Redis rate limiting for mainnet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78608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CCTP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98648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payment support — agents on Ethereum, Base, Solana can pay for Arc audits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328416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328416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74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48456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interface for human developers to create jobs and get audit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078224"/>
            <a:ext cx="8595360" cy="640080"/>
          </a:xfrm>
          <a:prstGeom prst="rect">
            <a:avLst/>
          </a:prstGeom>
          <a:solidFill>
            <a:srgbClr val="11204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78224"/>
            <a:ext cx="64008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23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9826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marketplace — multiple providers, shared on-chain registry, reputation layer on ERC-8004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github.com/knisaci/arc-audit-agent  ·  arc-audit-agent-production.up.railway.app  ·  @knisaci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ArcAuditAgent</dc:title>
  <dc:subject>PptxGenJS Presentation</dc:subject>
  <dc:creator>Kiran Nisaci</dc:creator>
  <cp:lastModifiedBy>Kiran Nisaci</cp:lastModifiedBy>
  <cp:revision>1</cp:revision>
  <dcterms:created xsi:type="dcterms:W3CDTF">2026-05-17T01:00:31Z</dcterms:created>
  <dcterms:modified xsi:type="dcterms:W3CDTF">2026-05-17T01:00:31Z</dcterms:modified>
</cp:coreProperties>
</file>